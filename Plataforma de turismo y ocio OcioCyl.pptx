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5203C7-80E7-4129-8E5A-A48DDDBECEAD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F4AECAC-9297-4AE0-A802-1BF70E956B15}">
      <dgm:prSet/>
      <dgm:spPr/>
      <dgm:t>
        <a:bodyPr/>
        <a:lstStyle/>
        <a:p>
          <a:r>
            <a:rPr lang="es-ES"/>
            <a:t>Introducción</a:t>
          </a:r>
          <a:endParaRPr lang="en-US"/>
        </a:p>
      </dgm:t>
    </dgm:pt>
    <dgm:pt modelId="{48787687-A28D-4012-8331-EB1A642B56CF}" type="parTrans" cxnId="{9F1ECA48-97B6-4BF7-9A7E-5563ADBF70A5}">
      <dgm:prSet/>
      <dgm:spPr/>
      <dgm:t>
        <a:bodyPr/>
        <a:lstStyle/>
        <a:p>
          <a:endParaRPr lang="en-US"/>
        </a:p>
      </dgm:t>
    </dgm:pt>
    <dgm:pt modelId="{765DB03D-CF0C-41C8-B06D-B6E0FBABACB8}" type="sibTrans" cxnId="{9F1ECA48-97B6-4BF7-9A7E-5563ADBF70A5}">
      <dgm:prSet/>
      <dgm:spPr/>
      <dgm:t>
        <a:bodyPr/>
        <a:lstStyle/>
        <a:p>
          <a:endParaRPr lang="en-US"/>
        </a:p>
      </dgm:t>
    </dgm:pt>
    <dgm:pt modelId="{02337DE7-64E7-4CDB-A2EE-70CA7450ECA8}">
      <dgm:prSet/>
      <dgm:spPr/>
      <dgm:t>
        <a:bodyPr/>
        <a:lstStyle/>
        <a:p>
          <a:r>
            <a:rPr lang="es-ES"/>
            <a:t>Usuarios de la aplicación</a:t>
          </a:r>
          <a:endParaRPr lang="en-US"/>
        </a:p>
      </dgm:t>
    </dgm:pt>
    <dgm:pt modelId="{58CD1907-CA5D-40D0-9448-42CD059C903F}" type="parTrans" cxnId="{1DEA4871-F9EC-413F-BCD8-22B36D1BBA7D}">
      <dgm:prSet/>
      <dgm:spPr/>
      <dgm:t>
        <a:bodyPr/>
        <a:lstStyle/>
        <a:p>
          <a:endParaRPr lang="en-US"/>
        </a:p>
      </dgm:t>
    </dgm:pt>
    <dgm:pt modelId="{458CC6D7-7057-40C3-BF9B-9920F972FEC9}" type="sibTrans" cxnId="{1DEA4871-F9EC-413F-BCD8-22B36D1BBA7D}">
      <dgm:prSet/>
      <dgm:spPr/>
      <dgm:t>
        <a:bodyPr/>
        <a:lstStyle/>
        <a:p>
          <a:endParaRPr lang="en-US"/>
        </a:p>
      </dgm:t>
    </dgm:pt>
    <dgm:pt modelId="{EE41C00E-4EA5-47CA-B7F1-6A49449F2C11}">
      <dgm:prSet/>
      <dgm:spPr/>
      <dgm:t>
        <a:bodyPr/>
        <a:lstStyle/>
        <a:p>
          <a:r>
            <a:rPr lang="es-ES"/>
            <a:t>Página de inicio</a:t>
          </a:r>
          <a:endParaRPr lang="en-US"/>
        </a:p>
      </dgm:t>
    </dgm:pt>
    <dgm:pt modelId="{C9AA7CB1-A95D-4405-BBB0-BFF4D514D86C}" type="parTrans" cxnId="{25F0ECC7-98C1-48FF-B962-A1DCBD95E4E6}">
      <dgm:prSet/>
      <dgm:spPr/>
      <dgm:t>
        <a:bodyPr/>
        <a:lstStyle/>
        <a:p>
          <a:endParaRPr lang="en-US"/>
        </a:p>
      </dgm:t>
    </dgm:pt>
    <dgm:pt modelId="{5C480EE9-3A4F-453C-BC30-E1256758BF11}" type="sibTrans" cxnId="{25F0ECC7-98C1-48FF-B962-A1DCBD95E4E6}">
      <dgm:prSet/>
      <dgm:spPr/>
      <dgm:t>
        <a:bodyPr/>
        <a:lstStyle/>
        <a:p>
          <a:endParaRPr lang="en-US"/>
        </a:p>
      </dgm:t>
    </dgm:pt>
    <dgm:pt modelId="{1B5B8E7A-D3C9-4FFB-98E6-C1EA1AECE306}">
      <dgm:prSet/>
      <dgm:spPr/>
      <dgm:t>
        <a:bodyPr/>
        <a:lstStyle/>
        <a:p>
          <a:r>
            <a:rPr lang="es-ES"/>
            <a:t>Buscador de eventos</a:t>
          </a:r>
          <a:endParaRPr lang="en-US"/>
        </a:p>
      </dgm:t>
    </dgm:pt>
    <dgm:pt modelId="{818A70E5-F3EF-455B-B6B0-EBD3639482F2}" type="parTrans" cxnId="{02D2F497-5B3E-440C-B7CF-4B1FE88C28C5}">
      <dgm:prSet/>
      <dgm:spPr/>
      <dgm:t>
        <a:bodyPr/>
        <a:lstStyle/>
        <a:p>
          <a:endParaRPr lang="en-US"/>
        </a:p>
      </dgm:t>
    </dgm:pt>
    <dgm:pt modelId="{7EC15483-B396-4170-9FA7-2C35C4060C54}" type="sibTrans" cxnId="{02D2F497-5B3E-440C-B7CF-4B1FE88C28C5}">
      <dgm:prSet/>
      <dgm:spPr/>
      <dgm:t>
        <a:bodyPr/>
        <a:lstStyle/>
        <a:p>
          <a:endParaRPr lang="en-US"/>
        </a:p>
      </dgm:t>
    </dgm:pt>
    <dgm:pt modelId="{CAC9F7F4-9F9C-457B-8D1E-1F2BB0ECCFEC}">
      <dgm:prSet/>
      <dgm:spPr/>
      <dgm:t>
        <a:bodyPr/>
        <a:lstStyle/>
        <a:p>
          <a:r>
            <a:rPr lang="es-ES"/>
            <a:t>Inscripciones</a:t>
          </a:r>
          <a:endParaRPr lang="en-US"/>
        </a:p>
      </dgm:t>
    </dgm:pt>
    <dgm:pt modelId="{DEC15C48-2B2E-4717-B383-D092AEF488F7}" type="parTrans" cxnId="{7D77C9F5-2ADE-4F0A-A0EE-058BD83B57B4}">
      <dgm:prSet/>
      <dgm:spPr/>
      <dgm:t>
        <a:bodyPr/>
        <a:lstStyle/>
        <a:p>
          <a:endParaRPr lang="en-US"/>
        </a:p>
      </dgm:t>
    </dgm:pt>
    <dgm:pt modelId="{001796F7-29CB-4909-A789-2DC4657FE8E9}" type="sibTrans" cxnId="{7D77C9F5-2ADE-4F0A-A0EE-058BD83B57B4}">
      <dgm:prSet/>
      <dgm:spPr/>
      <dgm:t>
        <a:bodyPr/>
        <a:lstStyle/>
        <a:p>
          <a:endParaRPr lang="en-US"/>
        </a:p>
      </dgm:t>
    </dgm:pt>
    <dgm:pt modelId="{0368E619-8AB2-4F3E-969E-A5AD51CEAF52}">
      <dgm:prSet/>
      <dgm:spPr/>
      <dgm:t>
        <a:bodyPr/>
        <a:lstStyle/>
        <a:p>
          <a:r>
            <a:rPr lang="es-ES"/>
            <a:t>API REST</a:t>
          </a:r>
          <a:endParaRPr lang="en-US"/>
        </a:p>
      </dgm:t>
    </dgm:pt>
    <dgm:pt modelId="{D17B0036-A846-4D0E-B0CC-167B19F6B8ED}" type="parTrans" cxnId="{075D71FE-9CD8-4686-8007-C5847A08E896}">
      <dgm:prSet/>
      <dgm:spPr/>
      <dgm:t>
        <a:bodyPr/>
        <a:lstStyle/>
        <a:p>
          <a:endParaRPr lang="en-US"/>
        </a:p>
      </dgm:t>
    </dgm:pt>
    <dgm:pt modelId="{19C22184-E32C-4C22-8050-EE8C193264BB}" type="sibTrans" cxnId="{075D71FE-9CD8-4686-8007-C5847A08E896}">
      <dgm:prSet/>
      <dgm:spPr/>
      <dgm:t>
        <a:bodyPr/>
        <a:lstStyle/>
        <a:p>
          <a:endParaRPr lang="en-US"/>
        </a:p>
      </dgm:t>
    </dgm:pt>
    <dgm:pt modelId="{30AE2464-9A74-45A6-8EB0-1B83E4F693B4}">
      <dgm:prSet/>
      <dgm:spPr/>
      <dgm:t>
        <a:bodyPr/>
        <a:lstStyle/>
        <a:p>
          <a:r>
            <a:rPr lang="es-ES"/>
            <a:t>Conclusiones</a:t>
          </a:r>
          <a:endParaRPr lang="en-US"/>
        </a:p>
      </dgm:t>
    </dgm:pt>
    <dgm:pt modelId="{5EC0812C-1F4B-43EE-A851-710760DCE5FE}" type="parTrans" cxnId="{5DA20033-E762-4BF9-9CE0-4827FCEB5D92}">
      <dgm:prSet/>
      <dgm:spPr/>
      <dgm:t>
        <a:bodyPr/>
        <a:lstStyle/>
        <a:p>
          <a:endParaRPr lang="en-US"/>
        </a:p>
      </dgm:t>
    </dgm:pt>
    <dgm:pt modelId="{FA867588-86BB-4D85-B380-40C200A4E2DD}" type="sibTrans" cxnId="{5DA20033-E762-4BF9-9CE0-4827FCEB5D92}">
      <dgm:prSet/>
      <dgm:spPr/>
      <dgm:t>
        <a:bodyPr/>
        <a:lstStyle/>
        <a:p>
          <a:endParaRPr lang="en-US"/>
        </a:p>
      </dgm:t>
    </dgm:pt>
    <dgm:pt modelId="{C2FED429-7CF3-45D6-AA66-539738367F7B}" type="pres">
      <dgm:prSet presAssocID="{5D5203C7-80E7-4129-8E5A-A48DDDBECEAD}" presName="vert0" presStyleCnt="0">
        <dgm:presLayoutVars>
          <dgm:dir/>
          <dgm:animOne val="branch"/>
          <dgm:animLvl val="lvl"/>
        </dgm:presLayoutVars>
      </dgm:prSet>
      <dgm:spPr/>
    </dgm:pt>
    <dgm:pt modelId="{77E8D480-C378-44D4-988A-A99C35B30BD2}" type="pres">
      <dgm:prSet presAssocID="{4F4AECAC-9297-4AE0-A802-1BF70E956B15}" presName="thickLine" presStyleLbl="alignNode1" presStyleIdx="0" presStyleCnt="7"/>
      <dgm:spPr/>
    </dgm:pt>
    <dgm:pt modelId="{7027BB87-9F6C-44AC-A8BF-B17D711616AE}" type="pres">
      <dgm:prSet presAssocID="{4F4AECAC-9297-4AE0-A802-1BF70E956B15}" presName="horz1" presStyleCnt="0"/>
      <dgm:spPr/>
    </dgm:pt>
    <dgm:pt modelId="{C497FADE-FEB4-4CA8-BCBA-7B5871836238}" type="pres">
      <dgm:prSet presAssocID="{4F4AECAC-9297-4AE0-A802-1BF70E956B15}" presName="tx1" presStyleLbl="revTx" presStyleIdx="0" presStyleCnt="7"/>
      <dgm:spPr/>
    </dgm:pt>
    <dgm:pt modelId="{EAE3A548-B3FA-40BF-8693-D7BC6267B852}" type="pres">
      <dgm:prSet presAssocID="{4F4AECAC-9297-4AE0-A802-1BF70E956B15}" presName="vert1" presStyleCnt="0"/>
      <dgm:spPr/>
    </dgm:pt>
    <dgm:pt modelId="{41E13B01-ECA2-46E5-9052-E3B59FA69201}" type="pres">
      <dgm:prSet presAssocID="{02337DE7-64E7-4CDB-A2EE-70CA7450ECA8}" presName="thickLine" presStyleLbl="alignNode1" presStyleIdx="1" presStyleCnt="7"/>
      <dgm:spPr/>
    </dgm:pt>
    <dgm:pt modelId="{F33282A5-3C5D-4B8A-B76A-CB915205781E}" type="pres">
      <dgm:prSet presAssocID="{02337DE7-64E7-4CDB-A2EE-70CA7450ECA8}" presName="horz1" presStyleCnt="0"/>
      <dgm:spPr/>
    </dgm:pt>
    <dgm:pt modelId="{CE9249D9-FF59-48C8-B5A0-709C5FBD6E36}" type="pres">
      <dgm:prSet presAssocID="{02337DE7-64E7-4CDB-A2EE-70CA7450ECA8}" presName="tx1" presStyleLbl="revTx" presStyleIdx="1" presStyleCnt="7"/>
      <dgm:spPr/>
    </dgm:pt>
    <dgm:pt modelId="{592EA1F7-72AE-4103-8FD8-E6DD21CCFA6B}" type="pres">
      <dgm:prSet presAssocID="{02337DE7-64E7-4CDB-A2EE-70CA7450ECA8}" presName="vert1" presStyleCnt="0"/>
      <dgm:spPr/>
    </dgm:pt>
    <dgm:pt modelId="{412C33A9-F879-4C30-9370-8835B5B1E20B}" type="pres">
      <dgm:prSet presAssocID="{EE41C00E-4EA5-47CA-B7F1-6A49449F2C11}" presName="thickLine" presStyleLbl="alignNode1" presStyleIdx="2" presStyleCnt="7"/>
      <dgm:spPr/>
    </dgm:pt>
    <dgm:pt modelId="{29E724A2-E166-4E99-950B-84CA15339F59}" type="pres">
      <dgm:prSet presAssocID="{EE41C00E-4EA5-47CA-B7F1-6A49449F2C11}" presName="horz1" presStyleCnt="0"/>
      <dgm:spPr/>
    </dgm:pt>
    <dgm:pt modelId="{7CFA62BD-0047-40E3-930D-4AB4A728B294}" type="pres">
      <dgm:prSet presAssocID="{EE41C00E-4EA5-47CA-B7F1-6A49449F2C11}" presName="tx1" presStyleLbl="revTx" presStyleIdx="2" presStyleCnt="7"/>
      <dgm:spPr/>
    </dgm:pt>
    <dgm:pt modelId="{D31DBF63-2E20-48B0-820C-70BB976F4B3B}" type="pres">
      <dgm:prSet presAssocID="{EE41C00E-4EA5-47CA-B7F1-6A49449F2C11}" presName="vert1" presStyleCnt="0"/>
      <dgm:spPr/>
    </dgm:pt>
    <dgm:pt modelId="{505D0F9A-6E7C-43FF-BAD4-B5D4719D1CA1}" type="pres">
      <dgm:prSet presAssocID="{1B5B8E7A-D3C9-4FFB-98E6-C1EA1AECE306}" presName="thickLine" presStyleLbl="alignNode1" presStyleIdx="3" presStyleCnt="7"/>
      <dgm:spPr/>
    </dgm:pt>
    <dgm:pt modelId="{ED16F569-0CAC-431D-AD65-6BC152586D22}" type="pres">
      <dgm:prSet presAssocID="{1B5B8E7A-D3C9-4FFB-98E6-C1EA1AECE306}" presName="horz1" presStyleCnt="0"/>
      <dgm:spPr/>
    </dgm:pt>
    <dgm:pt modelId="{CE119D8C-2812-4AAD-810A-693484F9FDE6}" type="pres">
      <dgm:prSet presAssocID="{1B5B8E7A-D3C9-4FFB-98E6-C1EA1AECE306}" presName="tx1" presStyleLbl="revTx" presStyleIdx="3" presStyleCnt="7"/>
      <dgm:spPr/>
    </dgm:pt>
    <dgm:pt modelId="{BAD64C79-5CFF-493B-AC5E-2824E9553DF2}" type="pres">
      <dgm:prSet presAssocID="{1B5B8E7A-D3C9-4FFB-98E6-C1EA1AECE306}" presName="vert1" presStyleCnt="0"/>
      <dgm:spPr/>
    </dgm:pt>
    <dgm:pt modelId="{A5FEA1A9-984A-46DF-93DA-F411FEA27DA3}" type="pres">
      <dgm:prSet presAssocID="{CAC9F7F4-9F9C-457B-8D1E-1F2BB0ECCFEC}" presName="thickLine" presStyleLbl="alignNode1" presStyleIdx="4" presStyleCnt="7"/>
      <dgm:spPr/>
    </dgm:pt>
    <dgm:pt modelId="{062006FA-22E4-4E66-A24B-FF028934C047}" type="pres">
      <dgm:prSet presAssocID="{CAC9F7F4-9F9C-457B-8D1E-1F2BB0ECCFEC}" presName="horz1" presStyleCnt="0"/>
      <dgm:spPr/>
    </dgm:pt>
    <dgm:pt modelId="{9365BB1E-3E21-43CC-AC17-223683005C46}" type="pres">
      <dgm:prSet presAssocID="{CAC9F7F4-9F9C-457B-8D1E-1F2BB0ECCFEC}" presName="tx1" presStyleLbl="revTx" presStyleIdx="4" presStyleCnt="7"/>
      <dgm:spPr/>
    </dgm:pt>
    <dgm:pt modelId="{7D2BAB38-331C-40BD-A427-CF0B52845E69}" type="pres">
      <dgm:prSet presAssocID="{CAC9F7F4-9F9C-457B-8D1E-1F2BB0ECCFEC}" presName="vert1" presStyleCnt="0"/>
      <dgm:spPr/>
    </dgm:pt>
    <dgm:pt modelId="{022434E9-DC53-420E-A7F0-9FD8BCC7CABA}" type="pres">
      <dgm:prSet presAssocID="{0368E619-8AB2-4F3E-969E-A5AD51CEAF52}" presName="thickLine" presStyleLbl="alignNode1" presStyleIdx="5" presStyleCnt="7"/>
      <dgm:spPr/>
    </dgm:pt>
    <dgm:pt modelId="{BBC5ACE6-CE9F-424B-9487-11B84124C3A8}" type="pres">
      <dgm:prSet presAssocID="{0368E619-8AB2-4F3E-969E-A5AD51CEAF52}" presName="horz1" presStyleCnt="0"/>
      <dgm:spPr/>
    </dgm:pt>
    <dgm:pt modelId="{5B4AAD09-A270-444C-BBFA-EEFEEFA3C018}" type="pres">
      <dgm:prSet presAssocID="{0368E619-8AB2-4F3E-969E-A5AD51CEAF52}" presName="tx1" presStyleLbl="revTx" presStyleIdx="5" presStyleCnt="7"/>
      <dgm:spPr/>
    </dgm:pt>
    <dgm:pt modelId="{C2977ACF-2223-4D11-B349-550D28A43FDA}" type="pres">
      <dgm:prSet presAssocID="{0368E619-8AB2-4F3E-969E-A5AD51CEAF52}" presName="vert1" presStyleCnt="0"/>
      <dgm:spPr/>
    </dgm:pt>
    <dgm:pt modelId="{4BD78452-8E2B-442F-B6D1-71CCF9F16524}" type="pres">
      <dgm:prSet presAssocID="{30AE2464-9A74-45A6-8EB0-1B83E4F693B4}" presName="thickLine" presStyleLbl="alignNode1" presStyleIdx="6" presStyleCnt="7"/>
      <dgm:spPr/>
    </dgm:pt>
    <dgm:pt modelId="{91070D3B-A9D4-4B9B-8AAB-5017A00D1BF3}" type="pres">
      <dgm:prSet presAssocID="{30AE2464-9A74-45A6-8EB0-1B83E4F693B4}" presName="horz1" presStyleCnt="0"/>
      <dgm:spPr/>
    </dgm:pt>
    <dgm:pt modelId="{7780572B-D599-4730-A216-0799E0863D3C}" type="pres">
      <dgm:prSet presAssocID="{30AE2464-9A74-45A6-8EB0-1B83E4F693B4}" presName="tx1" presStyleLbl="revTx" presStyleIdx="6" presStyleCnt="7"/>
      <dgm:spPr/>
    </dgm:pt>
    <dgm:pt modelId="{8C5E4A35-565F-4FA8-9558-254A1A7EFCC5}" type="pres">
      <dgm:prSet presAssocID="{30AE2464-9A74-45A6-8EB0-1B83E4F693B4}" presName="vert1" presStyleCnt="0"/>
      <dgm:spPr/>
    </dgm:pt>
  </dgm:ptLst>
  <dgm:cxnLst>
    <dgm:cxn modelId="{3775CF12-38CA-45A2-AF99-976123E490F7}" type="presOf" srcId="{0368E619-8AB2-4F3E-969E-A5AD51CEAF52}" destId="{5B4AAD09-A270-444C-BBFA-EEFEEFA3C018}" srcOrd="0" destOrd="0" presId="urn:microsoft.com/office/officeart/2008/layout/LinedList"/>
    <dgm:cxn modelId="{C703B41D-BDE1-40ED-B5F9-7B6B736E985A}" type="presOf" srcId="{CAC9F7F4-9F9C-457B-8D1E-1F2BB0ECCFEC}" destId="{9365BB1E-3E21-43CC-AC17-223683005C46}" srcOrd="0" destOrd="0" presId="urn:microsoft.com/office/officeart/2008/layout/LinedList"/>
    <dgm:cxn modelId="{2A1D872B-06A2-4A51-B85B-655CA833BE73}" type="presOf" srcId="{30AE2464-9A74-45A6-8EB0-1B83E4F693B4}" destId="{7780572B-D599-4730-A216-0799E0863D3C}" srcOrd="0" destOrd="0" presId="urn:microsoft.com/office/officeart/2008/layout/LinedList"/>
    <dgm:cxn modelId="{5DA20033-E762-4BF9-9CE0-4827FCEB5D92}" srcId="{5D5203C7-80E7-4129-8E5A-A48DDDBECEAD}" destId="{30AE2464-9A74-45A6-8EB0-1B83E4F693B4}" srcOrd="6" destOrd="0" parTransId="{5EC0812C-1F4B-43EE-A851-710760DCE5FE}" sibTransId="{FA867588-86BB-4D85-B380-40C200A4E2DD}"/>
    <dgm:cxn modelId="{31E1E644-F891-4761-98F6-780969B0424A}" type="presOf" srcId="{5D5203C7-80E7-4129-8E5A-A48DDDBECEAD}" destId="{C2FED429-7CF3-45D6-AA66-539738367F7B}" srcOrd="0" destOrd="0" presId="urn:microsoft.com/office/officeart/2008/layout/LinedList"/>
    <dgm:cxn modelId="{9F1ECA48-97B6-4BF7-9A7E-5563ADBF70A5}" srcId="{5D5203C7-80E7-4129-8E5A-A48DDDBECEAD}" destId="{4F4AECAC-9297-4AE0-A802-1BF70E956B15}" srcOrd="0" destOrd="0" parTransId="{48787687-A28D-4012-8331-EB1A642B56CF}" sibTransId="{765DB03D-CF0C-41C8-B06D-B6E0FBABACB8}"/>
    <dgm:cxn modelId="{1DEA4871-F9EC-413F-BCD8-22B36D1BBA7D}" srcId="{5D5203C7-80E7-4129-8E5A-A48DDDBECEAD}" destId="{02337DE7-64E7-4CDB-A2EE-70CA7450ECA8}" srcOrd="1" destOrd="0" parTransId="{58CD1907-CA5D-40D0-9448-42CD059C903F}" sibTransId="{458CC6D7-7057-40C3-BF9B-9920F972FEC9}"/>
    <dgm:cxn modelId="{02D2F497-5B3E-440C-B7CF-4B1FE88C28C5}" srcId="{5D5203C7-80E7-4129-8E5A-A48DDDBECEAD}" destId="{1B5B8E7A-D3C9-4FFB-98E6-C1EA1AECE306}" srcOrd="3" destOrd="0" parTransId="{818A70E5-F3EF-455B-B6B0-EBD3639482F2}" sibTransId="{7EC15483-B396-4170-9FA7-2C35C4060C54}"/>
    <dgm:cxn modelId="{25F0ECC7-98C1-48FF-B962-A1DCBD95E4E6}" srcId="{5D5203C7-80E7-4129-8E5A-A48DDDBECEAD}" destId="{EE41C00E-4EA5-47CA-B7F1-6A49449F2C11}" srcOrd="2" destOrd="0" parTransId="{C9AA7CB1-A95D-4405-BBB0-BFF4D514D86C}" sibTransId="{5C480EE9-3A4F-453C-BC30-E1256758BF11}"/>
    <dgm:cxn modelId="{141452CB-9089-4841-B075-3E79655E301C}" type="presOf" srcId="{1B5B8E7A-D3C9-4FFB-98E6-C1EA1AECE306}" destId="{CE119D8C-2812-4AAD-810A-693484F9FDE6}" srcOrd="0" destOrd="0" presId="urn:microsoft.com/office/officeart/2008/layout/LinedList"/>
    <dgm:cxn modelId="{37C9AFCD-4359-4460-BCA9-7A8D28E4D4F2}" type="presOf" srcId="{02337DE7-64E7-4CDB-A2EE-70CA7450ECA8}" destId="{CE9249D9-FF59-48C8-B5A0-709C5FBD6E36}" srcOrd="0" destOrd="0" presId="urn:microsoft.com/office/officeart/2008/layout/LinedList"/>
    <dgm:cxn modelId="{7BC624D6-21AD-4279-9F8D-DEF25628F77F}" type="presOf" srcId="{EE41C00E-4EA5-47CA-B7F1-6A49449F2C11}" destId="{7CFA62BD-0047-40E3-930D-4AB4A728B294}" srcOrd="0" destOrd="0" presId="urn:microsoft.com/office/officeart/2008/layout/LinedList"/>
    <dgm:cxn modelId="{90F583F3-67BF-4599-9F7E-2BD5792A6D7C}" type="presOf" srcId="{4F4AECAC-9297-4AE0-A802-1BF70E956B15}" destId="{C497FADE-FEB4-4CA8-BCBA-7B5871836238}" srcOrd="0" destOrd="0" presId="urn:microsoft.com/office/officeart/2008/layout/LinedList"/>
    <dgm:cxn modelId="{7D77C9F5-2ADE-4F0A-A0EE-058BD83B57B4}" srcId="{5D5203C7-80E7-4129-8E5A-A48DDDBECEAD}" destId="{CAC9F7F4-9F9C-457B-8D1E-1F2BB0ECCFEC}" srcOrd="4" destOrd="0" parTransId="{DEC15C48-2B2E-4717-B383-D092AEF488F7}" sibTransId="{001796F7-29CB-4909-A789-2DC4657FE8E9}"/>
    <dgm:cxn modelId="{075D71FE-9CD8-4686-8007-C5847A08E896}" srcId="{5D5203C7-80E7-4129-8E5A-A48DDDBECEAD}" destId="{0368E619-8AB2-4F3E-969E-A5AD51CEAF52}" srcOrd="5" destOrd="0" parTransId="{D17B0036-A846-4D0E-B0CC-167B19F6B8ED}" sibTransId="{19C22184-E32C-4C22-8050-EE8C193264BB}"/>
    <dgm:cxn modelId="{C5E5B221-5EE1-4EC9-B764-8F9235BC52E8}" type="presParOf" srcId="{C2FED429-7CF3-45D6-AA66-539738367F7B}" destId="{77E8D480-C378-44D4-988A-A99C35B30BD2}" srcOrd="0" destOrd="0" presId="urn:microsoft.com/office/officeart/2008/layout/LinedList"/>
    <dgm:cxn modelId="{DE4B3E8F-8932-4D32-B967-7A6DEF2AEB1C}" type="presParOf" srcId="{C2FED429-7CF3-45D6-AA66-539738367F7B}" destId="{7027BB87-9F6C-44AC-A8BF-B17D711616AE}" srcOrd="1" destOrd="0" presId="urn:microsoft.com/office/officeart/2008/layout/LinedList"/>
    <dgm:cxn modelId="{B9150028-34B6-4F2C-9DCD-B5B4FF9D2DE7}" type="presParOf" srcId="{7027BB87-9F6C-44AC-A8BF-B17D711616AE}" destId="{C497FADE-FEB4-4CA8-BCBA-7B5871836238}" srcOrd="0" destOrd="0" presId="urn:microsoft.com/office/officeart/2008/layout/LinedList"/>
    <dgm:cxn modelId="{9588DB3E-B0DB-4DD9-8297-D5726A41A2E4}" type="presParOf" srcId="{7027BB87-9F6C-44AC-A8BF-B17D711616AE}" destId="{EAE3A548-B3FA-40BF-8693-D7BC6267B852}" srcOrd="1" destOrd="0" presId="urn:microsoft.com/office/officeart/2008/layout/LinedList"/>
    <dgm:cxn modelId="{A55EBEE6-E4BD-4782-9B39-DEBDEF43F980}" type="presParOf" srcId="{C2FED429-7CF3-45D6-AA66-539738367F7B}" destId="{41E13B01-ECA2-46E5-9052-E3B59FA69201}" srcOrd="2" destOrd="0" presId="urn:microsoft.com/office/officeart/2008/layout/LinedList"/>
    <dgm:cxn modelId="{E660E005-B45D-4556-8682-BAF0E87A4CE9}" type="presParOf" srcId="{C2FED429-7CF3-45D6-AA66-539738367F7B}" destId="{F33282A5-3C5D-4B8A-B76A-CB915205781E}" srcOrd="3" destOrd="0" presId="urn:microsoft.com/office/officeart/2008/layout/LinedList"/>
    <dgm:cxn modelId="{091A5199-5255-4DB7-A177-F2AAB9F176CC}" type="presParOf" srcId="{F33282A5-3C5D-4B8A-B76A-CB915205781E}" destId="{CE9249D9-FF59-48C8-B5A0-709C5FBD6E36}" srcOrd="0" destOrd="0" presId="urn:microsoft.com/office/officeart/2008/layout/LinedList"/>
    <dgm:cxn modelId="{5B605841-65D9-4E7C-8222-1B3B3448FE14}" type="presParOf" srcId="{F33282A5-3C5D-4B8A-B76A-CB915205781E}" destId="{592EA1F7-72AE-4103-8FD8-E6DD21CCFA6B}" srcOrd="1" destOrd="0" presId="urn:microsoft.com/office/officeart/2008/layout/LinedList"/>
    <dgm:cxn modelId="{A1D6C1A1-CD7A-4B8D-AA0B-43A6D52B53C8}" type="presParOf" srcId="{C2FED429-7CF3-45D6-AA66-539738367F7B}" destId="{412C33A9-F879-4C30-9370-8835B5B1E20B}" srcOrd="4" destOrd="0" presId="urn:microsoft.com/office/officeart/2008/layout/LinedList"/>
    <dgm:cxn modelId="{F99C71F1-E795-4A1E-9EBE-7ED34DEB2977}" type="presParOf" srcId="{C2FED429-7CF3-45D6-AA66-539738367F7B}" destId="{29E724A2-E166-4E99-950B-84CA15339F59}" srcOrd="5" destOrd="0" presId="urn:microsoft.com/office/officeart/2008/layout/LinedList"/>
    <dgm:cxn modelId="{59B08C01-EA79-4178-B85D-401546516DF6}" type="presParOf" srcId="{29E724A2-E166-4E99-950B-84CA15339F59}" destId="{7CFA62BD-0047-40E3-930D-4AB4A728B294}" srcOrd="0" destOrd="0" presId="urn:microsoft.com/office/officeart/2008/layout/LinedList"/>
    <dgm:cxn modelId="{AF14ECAF-A84C-4B81-9A3D-D95EDAF0D762}" type="presParOf" srcId="{29E724A2-E166-4E99-950B-84CA15339F59}" destId="{D31DBF63-2E20-48B0-820C-70BB976F4B3B}" srcOrd="1" destOrd="0" presId="urn:microsoft.com/office/officeart/2008/layout/LinedList"/>
    <dgm:cxn modelId="{82BA7869-A677-4512-A291-86FBF2952FD0}" type="presParOf" srcId="{C2FED429-7CF3-45D6-AA66-539738367F7B}" destId="{505D0F9A-6E7C-43FF-BAD4-B5D4719D1CA1}" srcOrd="6" destOrd="0" presId="urn:microsoft.com/office/officeart/2008/layout/LinedList"/>
    <dgm:cxn modelId="{5D234BB9-868C-4603-B097-E68D1EAC875C}" type="presParOf" srcId="{C2FED429-7CF3-45D6-AA66-539738367F7B}" destId="{ED16F569-0CAC-431D-AD65-6BC152586D22}" srcOrd="7" destOrd="0" presId="urn:microsoft.com/office/officeart/2008/layout/LinedList"/>
    <dgm:cxn modelId="{495EAE4A-A752-4C63-A2A7-FFB30ADB6F54}" type="presParOf" srcId="{ED16F569-0CAC-431D-AD65-6BC152586D22}" destId="{CE119D8C-2812-4AAD-810A-693484F9FDE6}" srcOrd="0" destOrd="0" presId="urn:microsoft.com/office/officeart/2008/layout/LinedList"/>
    <dgm:cxn modelId="{FC5A1DF3-278A-43FE-9240-1EC211A773B4}" type="presParOf" srcId="{ED16F569-0CAC-431D-AD65-6BC152586D22}" destId="{BAD64C79-5CFF-493B-AC5E-2824E9553DF2}" srcOrd="1" destOrd="0" presId="urn:microsoft.com/office/officeart/2008/layout/LinedList"/>
    <dgm:cxn modelId="{B9E077A2-6117-4329-96A4-88C92B0C8F22}" type="presParOf" srcId="{C2FED429-7CF3-45D6-AA66-539738367F7B}" destId="{A5FEA1A9-984A-46DF-93DA-F411FEA27DA3}" srcOrd="8" destOrd="0" presId="urn:microsoft.com/office/officeart/2008/layout/LinedList"/>
    <dgm:cxn modelId="{ADC3FB58-F37C-4DAC-B592-E799D5868CFB}" type="presParOf" srcId="{C2FED429-7CF3-45D6-AA66-539738367F7B}" destId="{062006FA-22E4-4E66-A24B-FF028934C047}" srcOrd="9" destOrd="0" presId="urn:microsoft.com/office/officeart/2008/layout/LinedList"/>
    <dgm:cxn modelId="{54596B7F-3A06-4097-BD9D-0D6E0DAD1A1B}" type="presParOf" srcId="{062006FA-22E4-4E66-A24B-FF028934C047}" destId="{9365BB1E-3E21-43CC-AC17-223683005C46}" srcOrd="0" destOrd="0" presId="urn:microsoft.com/office/officeart/2008/layout/LinedList"/>
    <dgm:cxn modelId="{8547A126-F82C-46FC-8513-23616E1C6FE1}" type="presParOf" srcId="{062006FA-22E4-4E66-A24B-FF028934C047}" destId="{7D2BAB38-331C-40BD-A427-CF0B52845E69}" srcOrd="1" destOrd="0" presId="urn:microsoft.com/office/officeart/2008/layout/LinedList"/>
    <dgm:cxn modelId="{F9F56682-4D09-4B78-AFE1-52F5558BB736}" type="presParOf" srcId="{C2FED429-7CF3-45D6-AA66-539738367F7B}" destId="{022434E9-DC53-420E-A7F0-9FD8BCC7CABA}" srcOrd="10" destOrd="0" presId="urn:microsoft.com/office/officeart/2008/layout/LinedList"/>
    <dgm:cxn modelId="{B598FD1F-1BAE-419B-9582-9DAAA594FF50}" type="presParOf" srcId="{C2FED429-7CF3-45D6-AA66-539738367F7B}" destId="{BBC5ACE6-CE9F-424B-9487-11B84124C3A8}" srcOrd="11" destOrd="0" presId="urn:microsoft.com/office/officeart/2008/layout/LinedList"/>
    <dgm:cxn modelId="{9654624C-AFC3-41F5-9148-72BB61A0330A}" type="presParOf" srcId="{BBC5ACE6-CE9F-424B-9487-11B84124C3A8}" destId="{5B4AAD09-A270-444C-BBFA-EEFEEFA3C018}" srcOrd="0" destOrd="0" presId="urn:microsoft.com/office/officeart/2008/layout/LinedList"/>
    <dgm:cxn modelId="{BBAD9747-2E54-415A-A837-551D656C7EE5}" type="presParOf" srcId="{BBC5ACE6-CE9F-424B-9487-11B84124C3A8}" destId="{C2977ACF-2223-4D11-B349-550D28A43FDA}" srcOrd="1" destOrd="0" presId="urn:microsoft.com/office/officeart/2008/layout/LinedList"/>
    <dgm:cxn modelId="{D98B8ABB-7418-4A97-A134-9C5F7125281A}" type="presParOf" srcId="{C2FED429-7CF3-45D6-AA66-539738367F7B}" destId="{4BD78452-8E2B-442F-B6D1-71CCF9F16524}" srcOrd="12" destOrd="0" presId="urn:microsoft.com/office/officeart/2008/layout/LinedList"/>
    <dgm:cxn modelId="{D1B3578B-EC15-48A8-862E-EC555272F366}" type="presParOf" srcId="{C2FED429-7CF3-45D6-AA66-539738367F7B}" destId="{91070D3B-A9D4-4B9B-8AAB-5017A00D1BF3}" srcOrd="13" destOrd="0" presId="urn:microsoft.com/office/officeart/2008/layout/LinedList"/>
    <dgm:cxn modelId="{794E41A9-D405-4DD6-AA24-CBCD5D28AA7A}" type="presParOf" srcId="{91070D3B-A9D4-4B9B-8AAB-5017A00D1BF3}" destId="{7780572B-D599-4730-A216-0799E0863D3C}" srcOrd="0" destOrd="0" presId="urn:microsoft.com/office/officeart/2008/layout/LinedList"/>
    <dgm:cxn modelId="{24C5D35A-7DA0-4BD5-970F-1435E90062A6}" type="presParOf" srcId="{91070D3B-A9D4-4B9B-8AAB-5017A00D1BF3}" destId="{8C5E4A35-565F-4FA8-9558-254A1A7EFC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8D480-C378-44D4-988A-A99C35B30BD2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97FADE-FEB4-4CA8-BCBA-7B5871836238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Introducción</a:t>
          </a:r>
          <a:endParaRPr lang="en-US" sz="3400" kern="1200"/>
        </a:p>
      </dsp:txBody>
      <dsp:txXfrm>
        <a:off x="0" y="623"/>
        <a:ext cx="7216416" cy="730001"/>
      </dsp:txXfrm>
    </dsp:sp>
    <dsp:sp modelId="{41E13B01-ECA2-46E5-9052-E3B59FA69201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1178683"/>
            <a:satOff val="-4440"/>
            <a:lumOff val="3726"/>
            <a:alphaOff val="0"/>
          </a:schemeClr>
        </a:solidFill>
        <a:ln w="12700" cap="flat" cmpd="sng" algn="ctr">
          <a:solidFill>
            <a:schemeClr val="accent2">
              <a:hueOff val="1178683"/>
              <a:satOff val="-4440"/>
              <a:lumOff val="3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249D9-FF59-48C8-B5A0-709C5FBD6E36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Usuarios de la aplicación</a:t>
          </a:r>
          <a:endParaRPr lang="en-US" sz="3400" kern="1200"/>
        </a:p>
      </dsp:txBody>
      <dsp:txXfrm>
        <a:off x="0" y="730625"/>
        <a:ext cx="7216416" cy="730001"/>
      </dsp:txXfrm>
    </dsp:sp>
    <dsp:sp modelId="{412C33A9-F879-4C30-9370-8835B5B1E20B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2357366"/>
            <a:satOff val="-8879"/>
            <a:lumOff val="7451"/>
            <a:alphaOff val="0"/>
          </a:schemeClr>
        </a:solidFill>
        <a:ln w="12700" cap="flat" cmpd="sng" algn="ctr">
          <a:solidFill>
            <a:schemeClr val="accent2">
              <a:hueOff val="2357366"/>
              <a:satOff val="-8879"/>
              <a:lumOff val="7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FA62BD-0047-40E3-930D-4AB4A728B294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Página de inicio</a:t>
          </a:r>
          <a:endParaRPr lang="en-US" sz="3400" kern="1200"/>
        </a:p>
      </dsp:txBody>
      <dsp:txXfrm>
        <a:off x="0" y="1460627"/>
        <a:ext cx="7216416" cy="730001"/>
      </dsp:txXfrm>
    </dsp:sp>
    <dsp:sp modelId="{505D0F9A-6E7C-43FF-BAD4-B5D4719D1CA1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3536049"/>
            <a:satOff val="-13319"/>
            <a:lumOff val="11176"/>
            <a:alphaOff val="0"/>
          </a:schemeClr>
        </a:solidFill>
        <a:ln w="12700" cap="flat" cmpd="sng" algn="ctr">
          <a:solidFill>
            <a:schemeClr val="accent2">
              <a:hueOff val="3536049"/>
              <a:satOff val="-13319"/>
              <a:lumOff val="1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119D8C-2812-4AAD-810A-693484F9FDE6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Buscador de eventos</a:t>
          </a:r>
          <a:endParaRPr lang="en-US" sz="3400" kern="1200"/>
        </a:p>
      </dsp:txBody>
      <dsp:txXfrm>
        <a:off x="0" y="2190629"/>
        <a:ext cx="7216416" cy="730001"/>
      </dsp:txXfrm>
    </dsp:sp>
    <dsp:sp modelId="{A5FEA1A9-984A-46DF-93DA-F411FEA27DA3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4714731"/>
            <a:satOff val="-17759"/>
            <a:lumOff val="14902"/>
            <a:alphaOff val="0"/>
          </a:schemeClr>
        </a:solidFill>
        <a:ln w="12700" cap="flat" cmpd="sng" algn="ctr">
          <a:solidFill>
            <a:schemeClr val="accent2">
              <a:hueOff val="4714731"/>
              <a:satOff val="-17759"/>
              <a:lumOff val="14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5BB1E-3E21-43CC-AC17-223683005C46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Inscripciones</a:t>
          </a:r>
          <a:endParaRPr lang="en-US" sz="3400" kern="1200"/>
        </a:p>
      </dsp:txBody>
      <dsp:txXfrm>
        <a:off x="0" y="2920630"/>
        <a:ext cx="7216416" cy="730001"/>
      </dsp:txXfrm>
    </dsp:sp>
    <dsp:sp modelId="{022434E9-DC53-420E-A7F0-9FD8BCC7CABA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5893414"/>
            <a:satOff val="-22198"/>
            <a:lumOff val="18627"/>
            <a:alphaOff val="0"/>
          </a:schemeClr>
        </a:solidFill>
        <a:ln w="12700" cap="flat" cmpd="sng" algn="ctr">
          <a:solidFill>
            <a:schemeClr val="accent2">
              <a:hueOff val="5893414"/>
              <a:satOff val="-22198"/>
              <a:lumOff val="186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4AAD09-A270-444C-BBFA-EEFEEFA3C018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API REST</a:t>
          </a:r>
          <a:endParaRPr lang="en-US" sz="3400" kern="1200"/>
        </a:p>
      </dsp:txBody>
      <dsp:txXfrm>
        <a:off x="0" y="3650632"/>
        <a:ext cx="7216416" cy="730001"/>
      </dsp:txXfrm>
    </dsp:sp>
    <dsp:sp modelId="{4BD78452-8E2B-442F-B6D1-71CCF9F16524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7072097"/>
            <a:satOff val="-26638"/>
            <a:lumOff val="22353"/>
            <a:alphaOff val="0"/>
          </a:schemeClr>
        </a:solidFill>
        <a:ln w="12700" cap="flat" cmpd="sng" algn="ctr">
          <a:solidFill>
            <a:schemeClr val="accent2">
              <a:hueOff val="7072097"/>
              <a:satOff val="-26638"/>
              <a:lumOff val="2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0572B-D599-4730-A216-0799E0863D3C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400" kern="1200"/>
            <a:t>Conclusiones</a:t>
          </a:r>
          <a:endParaRPr lang="en-US" sz="3400" kern="1200"/>
        </a:p>
      </dsp:txBody>
      <dsp:txXfrm>
        <a:off x="0" y="4380634"/>
        <a:ext cx="7216416" cy="730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DD9C5-3C94-4C2B-A474-C9ABB8C69B82}" type="datetimeFigureOut">
              <a:rPr lang="es-ES" smtClean="0"/>
              <a:t>09/06/2026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47EBC-8DB8-4A5A-8DC2-E1B227D6727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0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747EBC-8DB8-4A5A-8DC2-E1B227D6727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088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78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93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45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1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3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3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3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6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39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503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1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876B6C-DA99-477C-98D6-AA217A7EC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124557" cy="35242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5800"/>
              <a:t>Plataforma de turismo y ocio OcioCyl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24F3ED-721A-DFA5-FFD2-8E32A4CA2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es-ES"/>
              <a:t>María Teresa Galindo Gómez</a:t>
            </a:r>
            <a:endParaRPr lang="es-ES" dirty="0"/>
          </a:p>
        </p:txBody>
      </p: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3">
            <a:extLst>
              <a:ext uri="{FF2B5EF4-FFF2-40B4-BE49-F238E27FC236}">
                <a16:creationId xmlns:a16="http://schemas.microsoft.com/office/drawing/2014/main" id="{2C08F310-EAFF-D2B0-33C9-CCC8B7D07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042" b="-2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6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9CD7DA-EA6D-9448-EB11-AF214082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s-ES" sz="3600"/>
              <a:t>Índice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A11DF48-3535-DF78-1203-2BC8A09B4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33646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093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87D750-8739-0C95-25DA-69A80F6CD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s-ES" dirty="0"/>
              <a:t>Introducción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702420-A713-5873-1128-AD7E5F229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r>
              <a:rPr lang="es-ES" dirty="0"/>
              <a:t>Castilla y León fue una de las comunidades líderes en turismo</a:t>
            </a:r>
          </a:p>
          <a:p>
            <a:r>
              <a:rPr lang="es-ES" dirty="0"/>
              <a:t>Existen portales de eventos, pero con opciones muy reducidas</a:t>
            </a:r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E97C728-D929-DF4A-8748-E152EDDAF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946" y="1134207"/>
            <a:ext cx="4250585" cy="214654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E7626DF-D068-0AB5-FCF5-180ED7727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2607" y="3607283"/>
            <a:ext cx="3281262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762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8B3E9-D91B-8602-8C41-3B966FD9B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Aplicación </a:t>
            </a:r>
            <a:r>
              <a:rPr lang="es-ES" dirty="0" err="1"/>
              <a:t>OcioCyl</a:t>
            </a:r>
            <a:r>
              <a:rPr lang="es-ES" dirty="0"/>
              <a:t>: Usuarios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479806-FB94-B56A-8653-D7A69BC4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Usuario no identificado: Consulta eventos, se registra en el sistema e inicia sesión</a:t>
            </a:r>
          </a:p>
          <a:p>
            <a:r>
              <a:rPr lang="es-ES" dirty="0"/>
              <a:t>Administrador: Gestiona eventos y aprueba solicitudes de inscripción a través del APIREST</a:t>
            </a:r>
          </a:p>
          <a:p>
            <a:r>
              <a:rPr lang="es-ES" dirty="0"/>
              <a:t>Usuario identificado no administrador: Consulta eventos, envía solicitudes de inscripción, modifica su perfil e interviene en foros de evento</a:t>
            </a:r>
          </a:p>
          <a:p>
            <a:r>
              <a:rPr lang="es-ES" dirty="0"/>
              <a:t>Todos los usuarios de la aplicación web pueden cambiar el idioma de la aplicación y el modo de pantalla en cualquier momento.</a:t>
            </a:r>
          </a:p>
        </p:txBody>
      </p:sp>
    </p:spTree>
    <p:extLst>
      <p:ext uri="{BB962C8B-B14F-4D97-AF65-F5344CB8AC3E}">
        <p14:creationId xmlns:p14="http://schemas.microsoft.com/office/powerpoint/2010/main" val="483116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3BD7A-2CC2-3347-10CA-686B3EC2D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3D21BE2-3C92-C217-62DD-29E760DA5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5678" y="538610"/>
            <a:ext cx="6640643" cy="578077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5632419-51E1-5828-8F72-DF5095140D5F}"/>
              </a:ext>
            </a:extLst>
          </p:cNvPr>
          <p:cNvSpPr txBox="1"/>
          <p:nvPr/>
        </p:nvSpPr>
        <p:spPr>
          <a:xfrm>
            <a:off x="3507698" y="6351045"/>
            <a:ext cx="481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casos de uso </a:t>
            </a:r>
            <a:r>
              <a:rPr lang="es-ES" dirty="0" err="1"/>
              <a:t>OcioCyl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5688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12BC5-4CEF-A18A-D46C-28D22FE1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450893"/>
            <a:ext cx="10890929" cy="1097280"/>
          </a:xfrm>
        </p:spPr>
        <p:txBody>
          <a:bodyPr/>
          <a:lstStyle/>
          <a:p>
            <a:r>
              <a:rPr lang="es-ES" dirty="0"/>
              <a:t>Algunos componentes de la aplicación web</a:t>
            </a:r>
          </a:p>
        </p:txBody>
      </p:sp>
    </p:spTree>
    <p:extLst>
      <p:ext uri="{BB962C8B-B14F-4D97-AF65-F5344CB8AC3E}">
        <p14:creationId xmlns:p14="http://schemas.microsoft.com/office/powerpoint/2010/main" val="932454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BBB23-8890-D36C-E62C-043FA4669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Página de inicio (usuario que no ha iniciado sesión)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755106-A498-9F6C-AA88-8C47C5320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8982" y="2633663"/>
            <a:ext cx="9068157" cy="393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82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8F7D6-7B50-BD4B-BAC7-2A6874EA8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962704"/>
            <a:ext cx="10890929" cy="1097280"/>
          </a:xfrm>
        </p:spPr>
        <p:txBody>
          <a:bodyPr/>
          <a:lstStyle/>
          <a:p>
            <a:r>
              <a:rPr lang="es-ES" dirty="0"/>
              <a:t>Página de inicio (usuario que ha iniciado sesión)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2883E-D421-F27C-1476-8118D49CB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97CB0F1-66AE-CEDC-4938-8A63B8F7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2" y="1715792"/>
            <a:ext cx="11402018" cy="505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751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60662-B7AA-3C29-6DF6-9E4AA68E3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Buscador de eventos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E18DE409-4AA2-AE3F-F313-0AC6F3881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075" y="2201811"/>
            <a:ext cx="8441269" cy="399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85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631573-3189-1E76-081F-EB1F0EEE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Buscador de eventos (usuario que ha iniciado sesión)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37A2280-67F1-56B2-C09E-937C4FF8B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4303" y="2188603"/>
            <a:ext cx="9039620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57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3B4C58-DEF4-7BCD-A7E0-7DD90BFBC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Inscripciones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36E14D-8969-9EE2-6875-16A10C2E9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Si la opción para inscribirse está disponible, el usuario puede enviar una solicitud.</a:t>
            </a:r>
          </a:p>
          <a:p>
            <a:r>
              <a:rPr lang="es-ES" dirty="0"/>
              <a:t>Una vez enviada, puede consultarla y cancelarla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554D75-BCF1-4C28-DE47-DC22C6BFC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544" y="3981407"/>
            <a:ext cx="6249272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71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FB20F0-5D65-2E8F-F7A2-CFBBBFE71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r>
              <a:rPr lang="es-ES" dirty="0"/>
              <a:t>APIREST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CC5AFD-03F6-D9A7-7BA1-D134B9EDA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737860" cy="3666980"/>
          </a:xfrm>
        </p:spPr>
        <p:txBody>
          <a:bodyPr>
            <a:normAutofit/>
          </a:bodyPr>
          <a:lstStyle/>
          <a:p>
            <a:r>
              <a:rPr lang="es-ES" dirty="0"/>
              <a:t>Permite:</a:t>
            </a:r>
          </a:p>
          <a:p>
            <a:r>
              <a:rPr lang="es-ES" dirty="0"/>
              <a:t>Dar de alta Administradores</a:t>
            </a:r>
          </a:p>
          <a:p>
            <a:r>
              <a:rPr lang="es-ES" dirty="0"/>
              <a:t>Consultar y eliminar usuarios</a:t>
            </a:r>
          </a:p>
          <a:p>
            <a:r>
              <a:rPr lang="es-ES" dirty="0"/>
              <a:t>Funciones exclusivas del administrador (se valida el email de usuario introducido): Alta, modificación, baja de evento, aceptar solicitud de inscripción</a:t>
            </a:r>
          </a:p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F2D3909-4FF8-DC80-BA1A-E17AD4B3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2602"/>
            <a:ext cx="5737859" cy="4519318"/>
          </a:xfrm>
          <a:prstGeom prst="rect">
            <a:avLst/>
          </a:prstGeom>
        </p:spPr>
      </p:pic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F64F0AEB-889F-E047-A4C2-9DD3D312B13E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8364511" y="3792511"/>
            <a:ext cx="629587" cy="2430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F7CEC25-D8B1-DF67-EAA3-686F8CDE1AA4}"/>
              </a:ext>
            </a:extLst>
          </p:cNvPr>
          <p:cNvSpPr txBox="1"/>
          <p:nvPr/>
        </p:nvSpPr>
        <p:spPr>
          <a:xfrm>
            <a:off x="8994098" y="3912433"/>
            <a:ext cx="17877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Email de administrador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15EDFFA-1214-8133-86FB-C68CF4A08A24}"/>
              </a:ext>
            </a:extLst>
          </p:cNvPr>
          <p:cNvSpPr txBox="1"/>
          <p:nvPr/>
        </p:nvSpPr>
        <p:spPr>
          <a:xfrm>
            <a:off x="6580682" y="5621311"/>
            <a:ext cx="5111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Caso de uso: Alta </a:t>
            </a:r>
            <a:r>
              <a:rPr lang="es-ES"/>
              <a:t>de evento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49046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38B3C-FC7B-76AD-58AE-7D2B07220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1D968F-C42F-3FA6-F8A4-2F37BF2F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Desarrollo útil para repasar y aprender conceptos de desarrollo</a:t>
            </a:r>
          </a:p>
          <a:p>
            <a:r>
              <a:rPr lang="es-ES" dirty="0"/>
              <a:t>Dificultad en comprobación de administrador del API, cambio de modo de pantalla y paginación en el inicio de la aplicación web.</a:t>
            </a:r>
          </a:p>
          <a:p>
            <a:r>
              <a:rPr lang="es-ES" dirty="0"/>
              <a:t>Posibles mejoras: Sistema de notificación para foros y actualización de eventos, cambios en tonalidades del modo oscuro e inclusión </a:t>
            </a:r>
            <a:r>
              <a:rPr lang="es-ES"/>
              <a:t>de chats.</a:t>
            </a:r>
          </a:p>
        </p:txBody>
      </p:sp>
    </p:spTree>
    <p:extLst>
      <p:ext uri="{BB962C8B-B14F-4D97-AF65-F5344CB8AC3E}">
        <p14:creationId xmlns:p14="http://schemas.microsoft.com/office/powerpoint/2010/main" val="37716601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299</Words>
  <Application>Microsoft Office PowerPoint</Application>
  <PresentationFormat>Panorámica</PresentationFormat>
  <Paragraphs>39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Grandview Display</vt:lpstr>
      <vt:lpstr>DashVTI</vt:lpstr>
      <vt:lpstr>Plataforma de turismo y ocio OcioCyl</vt:lpstr>
      <vt:lpstr>Índice</vt:lpstr>
      <vt:lpstr>Introducción</vt:lpstr>
      <vt:lpstr>Aplicación OcioCyl: Usuarios</vt:lpstr>
      <vt:lpstr>Presentación de PowerPoint</vt:lpstr>
      <vt:lpstr>Algunos componentes de la aplicación web</vt:lpstr>
      <vt:lpstr>Página de inicio (usuario que no ha iniciado sesión)</vt:lpstr>
      <vt:lpstr>Página de inicio (usuario que ha iniciado sesión)</vt:lpstr>
      <vt:lpstr>Buscador de eventos</vt:lpstr>
      <vt:lpstr>Buscador de eventos (usuario que ha iniciado sesión)</vt:lpstr>
      <vt:lpstr>Inscripciones</vt:lpstr>
      <vt:lpstr>APIREST 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TERESA GALINDO GÓMEZ</dc:creator>
  <cp:lastModifiedBy>MARÍA TERESA GALINDO GÓMEZ</cp:lastModifiedBy>
  <cp:revision>20</cp:revision>
  <dcterms:created xsi:type="dcterms:W3CDTF">2026-06-08T18:39:59Z</dcterms:created>
  <dcterms:modified xsi:type="dcterms:W3CDTF">2026-06-09T17:48:01Z</dcterms:modified>
</cp:coreProperties>
</file>